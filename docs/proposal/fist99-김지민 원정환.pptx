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8" r:id="rId3"/>
    <p:sldId id="279" r:id="rId4"/>
    <p:sldId id="280" r:id="rId5"/>
    <p:sldId id="273" r:id="rId6"/>
    <p:sldId id="281" r:id="rId7"/>
    <p:sldId id="283" r:id="rId8"/>
    <p:sldId id="28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1B23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33"/>
    <p:restoredTop sz="94648"/>
  </p:normalViewPr>
  <p:slideViewPr>
    <p:cSldViewPr snapToGrid="0">
      <p:cViewPr varScale="1">
        <p:scale>
          <a:sx n="95" d="100"/>
          <a:sy n="95" d="100"/>
        </p:scale>
        <p:origin x="2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2" Type="http://customschemas.google.com/relationships/presentationmetadata" Target="meta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/>
          <p:cNvSpPr txBox="1"/>
          <p:nvPr/>
        </p:nvSpPr>
        <p:spPr>
          <a:xfrm>
            <a:off x="2631231" y="1570963"/>
            <a:ext cx="6929531" cy="136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2026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 스마트 공장 운영 시스템 </a:t>
            </a: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MVP 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개발 </a:t>
            </a:r>
            <a:r>
              <a:rPr lang="ko-KR" altLang="en-US" sz="3600" b="1" dirty="0" err="1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해커톤</a:t>
            </a:r>
            <a:endParaRPr lang="en-US" altLang="ko-KR" sz="3600" b="1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259346336"/>
              </p:ext>
            </p:extLst>
          </p:nvPr>
        </p:nvGraphicFramePr>
        <p:xfrm>
          <a:off x="3386675" y="4388003"/>
          <a:ext cx="5418650" cy="899000"/>
        </p:xfrm>
        <a:graphic>
          <a:graphicData uri="http://schemas.openxmlformats.org/drawingml/2006/table">
            <a:tbl>
              <a:tblPr firstRow="1" bandRow="1"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Fist99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/>
                      </a:pPr>
                      <a:r>
                        <a:rPr lang="ko-KR" altLang="en-US" sz="1800" u="none" strike="noStrike" cap="none" dirty="0"/>
                        <a:t>프로젝트명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PunchLine - AI 비전 기반 품질 자동 기록 및 불량 원인 추적 시스템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613855372"/>
                  </a:ext>
                </a:extLst>
              </a:tr>
            </a:tbl>
          </a:graphicData>
        </a:graphic>
      </p:graphicFrame>
      <p:cxnSp>
        <p:nvCxnSpPr>
          <p:cNvPr id="94" name="Google Shape;94;p1"/>
          <p:cNvCxnSpPr/>
          <p:nvPr/>
        </p:nvCxnSpPr>
        <p:spPr>
          <a:xfrm>
            <a:off x="2310447" y="2956202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8F6F64B-B445-0E07-4C6D-0A33DC6483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6EC716A2-5020-43D4-0492-05DB61857621}"/>
              </a:ext>
            </a:extLst>
          </p:cNvPr>
          <p:cNvSpPr txBox="1"/>
          <p:nvPr/>
        </p:nvSpPr>
        <p:spPr>
          <a:xfrm>
            <a:off x="4645453" y="3065537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예선 기획서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CB1259FB-3BC9-1F76-5145-01C9E5C371C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1.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A7330DB1-95E4-4D38-F6A4-9BB98AC14BD1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48CD7EDD-FD6F-B8B4-97AA-853BC09F0B0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3195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문제 정의 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E1A0B1D-D56D-F247-A463-80FCAC8780BB}"/>
              </a:ext>
            </a:extLst>
          </p:cNvPr>
          <p:cNvSpPr txBox="1"/>
          <p:nvPr/>
        </p:nvSpPr>
        <p:spPr>
          <a:xfrm>
            <a:off x="914400" y="1691640"/>
            <a:ext cx="9875520" cy="4023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D47A1"/>
                </a:solidFill>
              </a:rPr>
              <a:t>[문제: 데이터가 안 쌓인다 -- 그래서 분석도 추적도 안 된다]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중소 제조 현장의 품질 관리는 여전히 사람 눈과 수기 기록에 의존합니다.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1) 검사 데이터가 부정확하거나 안 쌓인다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작업자가 바쁘면 기록을 건너뛰고, 시간을 대충 적습니다.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"몇 시에 불량이 급증했는가?"에 답할 수 없습니다. (JPC 구매부 인터뷰)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2) 불량이 반복되는데 원인을 모른다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불량 시점의 공정 조건(온도/압력/속도)이 기록과 연결되지 않습니다.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3) AI가 필요한 건 알지만 도입 못 한다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중소 제조기업 80%가 AI 필요성 체감 (중기중앙회, 2026)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그러나 AI 비전 도입의 77%가 파일럿에서 멈춤 (ABI Research)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원인: 산업용 카메라/조명/GPU 서버 등 초기 투자 비용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D47A1"/>
                </a:solidFill>
              </a:rPr>
              <a:t>[핵심 KPI]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품질 데이터 수집률:  0% --&gt; 100% (사람 입력 제거)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불량 원인 추적:     수일(수작업) --&gt; 실시간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도입 비용:          수천만원 --&gt; 웹캠 + 일반 PC</a:t>
            </a:r>
          </a:p>
        </p:txBody>
      </p:sp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A89DAF47-A872-25DE-4F4E-6A35741F0D6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BEB92B5-54A5-698D-BCC7-53FCC2DB5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F5F4-E7D0-4278-C766-15538099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250B76DD-037A-6065-6C19-E692AEE22FB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37E35A3E-9640-A8FF-B4C4-60FCEC5351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AD104C8F-EA2D-31A6-F3F6-3F686D73F3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 txBox="1"/>
          <p:nvPr/>
        </p:nvSpPr>
        <p:spPr>
          <a:xfrm>
            <a:off x="939333" y="1189703"/>
            <a:ext cx="3553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1628004-1AB5-0077-6D18-66ED08E03B10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384030-AD97-CF1C-87BF-7D94D6FE4AED}"/>
              </a:ext>
            </a:extLst>
          </p:cNvPr>
          <p:cNvSpPr txBox="1"/>
          <p:nvPr/>
        </p:nvSpPr>
        <p:spPr>
          <a:xfrm>
            <a:off x="914400" y="1691640"/>
            <a:ext cx="9875520" cy="4023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D47A1"/>
                </a:solidFill>
              </a:rPr>
              <a:t>[PunchLine -- 카메라가 검사하고, 시간을 기록하고, 원인을 찾는다]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사람이 입력하는 것이 하나도 없는 품질 관리 시스템입니다.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라인에 카메라를 설치하면, AI가 제품을 검사하고,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불량을 자동 기록하고, 공정 조건과 연결하여 원인을 추적합니다.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D47A1"/>
                </a:solidFill>
              </a:rPr>
              <a:t>[핵심: 분석 도구가 아니라 '데이터 생성 엔진']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기존 솔루션은 분석 도구를 제공하지만, 현장에는 분석할 데이터가 없습니다.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PunchLine은 카메라가 촬영하는 순간 검사결과+시간+유형이 자동 기록됩니다.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D47A1"/>
                </a:solidFill>
              </a:rPr>
              <a:t>[2026 제조 AI 트렌드 부합]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Predictive Quality  -- 탐지를 넘어 예측/예방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Causal AI           -- 상관관계가 아닌 진짜 원인 추적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저비용 진입          -- 웹캠 + YOLO v8n으로 시작 가능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D47A1"/>
                </a:solidFill>
              </a:rPr>
              <a:t>[핵심 흐름]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촬영 --&gt; DETECT(불량판정) --&gt; TRACE(원인추적) --&gt; GUIDE(조치안내) --&gt; 자동기록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555555"/>
                </a:solidFill>
              </a:rPr>
              <a:t>  * 전 과정 사람 입력 0건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7E78191-AC7B-4431-6348-9F9503FA34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B25F51EC-3983-E3FC-5475-1180B8764FD0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D086-7FAD-83A2-673F-CD401C76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AF58BFF4-5D90-B7BB-A5FB-15DD1784476A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CBEF9D9D-82FE-E102-BEBE-5DB9646F8C7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9F24ED86-00F9-D00A-872B-AD59A51EEFD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 txBox="1"/>
          <p:nvPr/>
        </p:nvSpPr>
        <p:spPr>
          <a:xfrm>
            <a:off x="939333" y="1189703"/>
            <a:ext cx="3433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주요 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B46F3FE-8810-F742-96B1-76FE8CAEE9B6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2C9FDC-589C-024C-4DAF-8D28BA7962EF}"/>
              </a:ext>
            </a:extLst>
          </p:cNvPr>
          <p:cNvSpPr txBox="1"/>
          <p:nvPr/>
        </p:nvSpPr>
        <p:spPr>
          <a:xfrm>
            <a:off x="914400" y="1691640"/>
            <a:ext cx="9875520" cy="4023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[기능 1. 저비용 비전 자동 검사 + 자동 기록]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웹캠 또는 저가 USB 카메라로 제품 외관 촬영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경량 모델(YOLO v8n)이 양품/불량 판정 + 유형 분류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연기/진동/소음 환경에서도 동작 검증 완료 (팀원 실전 경험)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검사 결과 + 타임스탬프 자동 DB 적재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[기능 2. 정확한 시계열 품질 추적]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"몇 시에 불량이 급증했는가?" 즉시 확인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시간대별/유형별/라인별 불량률 추이 자동 생성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교대조별 품질 비교, 요일/시간 패턴 분석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[기능 3. 불량 원인 자동 추적 (인과 분석)]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불량 급증 시점의 공정 파라미터 자동 조회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다변수 복합 상호작용 분석 (온도+압력+속도)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SHAP 기반 설명가능 AI로 핵심 원인 변수 특정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[기능 4. 조치 가이드 + 이력 관리]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불량 유형별 표준 조치 방법 자동 안내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과거 유사 사례 및 해결 이력 검색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전체 품질 이력 자동 축적 -- 감사/인증 즉시 대응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5C56526-1A7E-EE3B-1FB2-69A678931E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F184EC9F-8B26-D1F2-0ED1-8EC31B8C41EE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86CC-5FEA-6E0F-6607-8B8860B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319987-BCA9-9ED0-C4BE-D430B5A78B7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A304978-B91A-D0F9-08E5-E6BCC204DD0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ED7841F-3F32-3698-0915-523541292295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계획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 Plan)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21B79617-C1F0-52D3-B070-B0E157FFF20E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E96B855B-7B6A-B904-E1A4-9B512CAD7D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E28D85C7-9402-2E2D-12C4-AE1F84F0991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748C-1CE4-5657-178F-716B4A80432A}"/>
              </a:ext>
            </a:extLst>
          </p:cNvPr>
          <p:cNvSpPr txBox="1"/>
          <p:nvPr/>
        </p:nvSpPr>
        <p:spPr>
          <a:xfrm>
            <a:off x="939332" y="1189703"/>
            <a:ext cx="4069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데이터 및 기술 활용 계획 </a:t>
            </a:r>
            <a:r>
              <a:rPr lang="en-US" altLang="ko-KR" dirty="0">
                <a:latin typeface="+mj-ea"/>
                <a:ea typeface="+mj-ea"/>
              </a:rPr>
              <a:t>(Data &amp; Tech Plan)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74598198-5F31-F6FA-47DC-AA9059C06E01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4FC7CE-8E2B-C5DE-8F36-06CC621A459E}"/>
              </a:ext>
            </a:extLst>
          </p:cNvPr>
          <p:cNvSpPr txBox="1"/>
          <p:nvPr/>
        </p:nvSpPr>
        <p:spPr>
          <a:xfrm>
            <a:off x="914400" y="1691640"/>
            <a:ext cx="9875520" cy="4023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[활용 데이터]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비전 학습:    MVTec AD (5,354장) / Casting Defect (7,348장) / NEU (1,800장)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인과 분석:    SECOM 반도체 센서 590개 + 불량라벨 (1,567 rows)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시뮬레이션:   온도/압력/속도 복합 상호작용 합성 데이터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* 제품 도면(CAD) 불필요 -- 양품 이미지만으로 학습 가능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[기술 구성]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결함 탐지:    YOLO v8n (경량, GPU 없이 추론 가능) + PatchCore (이상 탐지)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인과 분석:    SHAP + 다변수 상호작용 분석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Backend:     FastAPI + PostgreSQL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Frontend:    Streamlit + Plotly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Infra:       Docker Compose (FE+BE+DB 일체화)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[하드웨어 -- 최소 사양으로 동작]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카메라:       웹캠 또는 저가 USB 카메라 (3~10만원)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PC:          일반 사무용 PC (GPU 불필요)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네트워크:     폐쇄망 설치 가능 (Docker, 외부 통신 없음)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[정책 연계]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2026 스마트 제조혁신 AI트랙 (154.5억원, 150개 중소기업 대상)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기존 스마트팩토리 --&gt; AI 팩토리 업그레이드 정책 부합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C3D6C61D-BBDC-1167-190C-BD4CD9BF21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A5283CA2-90DA-09BA-1082-399479A662C8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83210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5F2F-DE76-5319-E068-14743C84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AE7259-26F0-06A2-EAF0-0D348222D14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84726C7-DE11-80A0-7DC0-A7AA122EF94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4C676688-A4F9-28A5-585E-15C4791A36ED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Case)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9FEEE123-BAF0-A0FD-15FF-1DB31311C4F2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FD89DB19-FF6A-0CDA-AF62-F36E28F99C4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1C89922-1506-2D6C-C1C7-A35B619FBB4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03726A74-16E1-92E8-6C23-4217F6189B6D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BE20A8A-50DC-1699-36DC-DE2652FD7726}"/>
              </a:ext>
            </a:extLst>
          </p:cNvPr>
          <p:cNvSpPr txBox="1"/>
          <p:nvPr/>
        </p:nvSpPr>
        <p:spPr>
          <a:xfrm>
            <a:off x="914400" y="1691640"/>
            <a:ext cx="9875520" cy="4023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[사용자]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품질 관리자 -- 불량 모니터링, 원인 파악, 개선 지시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라인 작업자 -- 불량 알림 수신, 현장 조치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공장장     -- 일일/주간 품질 리포트, 의사결정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[기존 방식 -- 사람이 보고, 사람이 적는다]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09:47  작업자가 불량 발견, 수기 기록 (시간 부정확)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12:00  점심시간 기록 누락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15:00  품질 관리자가 엑셀 확인 -- 데이터 빠져있음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15:30  "오전에 불량 많았다는데 몇 시인지 모르겠다"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--&gt; 원인 추적 불가, 내일도 반복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[PunchLine 도입 후 -- 카메라가 보고, AI가 적는다]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09:00  라인 가동, 웹캠이 매 제품 자동 촬영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09:42  크랙 3건/10분 감지, 자동 알림 발생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       "A라인 09:42부터 크랙 급증"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       "금형 온도 86도 -- 정상 범위(70~80) 초과, 기여도 73%"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09:44  작업자 온도 조정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09:55  불량률 정상 복귀, 전 과정 자동 기록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감지 --&gt; 원인 --&gt; 조치: 2분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B6FD35-8911-88CB-877F-E612391C583D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Case)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5126979-E795-B5FD-2861-875755BE23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0AF01168-01B8-DC74-BCBE-D88540B8F2E5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18710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5E8FC-AF2C-579B-9590-CBF08559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09914A8-02ED-C312-A18A-F0400EE2D348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5AB79AF0-60D8-DAFD-ADA5-DCB0D1EDF47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6B1A2F3-666A-22BB-FF71-0DD83ECC923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6.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범위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(MVP Scope)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89685848-AB8F-A36C-25D5-DC70B40222B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34A7F8E4-A3AF-3E82-0313-AEF582DA22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97705F4-E4B5-B067-FB20-9054BFFE100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E9DE420-DE7B-8768-0FC1-D2BA97FE1AF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11D661-D63D-C639-8CAF-6774EF15CEBB}"/>
              </a:ext>
            </a:extLst>
          </p:cNvPr>
          <p:cNvSpPr txBox="1"/>
          <p:nvPr/>
        </p:nvSpPr>
        <p:spPr>
          <a:xfrm>
            <a:off x="914400" y="1691640"/>
            <a:ext cx="9875520" cy="4023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[사전 준비 (예선 통과 ~ 본선 전)]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YOLO v8n 결함 탐지 모델 학습 (Casting + NEU)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PatchCore 이상 탐지 모델 (MVTec AD)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SECOM 기반 공정-불량 인과 분석 파이프라인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시뮬레이션 공정 센서 데이터 + 조치 가이드 지식 베이스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[본선 당일 시연]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제품 이미지 스트림 --&gt; AI 자동 검사 --&gt; 양품/불량 실시간 판정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불량 발생 --&gt; 타임스탬프 자동 기록 --&gt; 시계열 차트 갱신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불량 급증 --&gt; 공정 조건 매칭 --&gt; 인과 분석 --&gt; 원인 표시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조치 가이드 --&gt; 조치 후 불량률 변화 추적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[향후 확장]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실시간 라인 카메라 직결 / MES 연동 / 치수 검사(CAD) / 다공장 관제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[역할 분담]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원정환 (Vision Engine + Platform)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  YOLO v8n 학습+추론 (열악한 환경 실전 검증 경험 보유)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  PatchCore 이상 탐지 / Streamlit 대시보드 / Docker Compose 시연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소지민 (Data Intelligence + Root Cause)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  공정-불량 인과 분석 (다변수 SHAP)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  시계열 품질 추적 파이프라인 / 조치 가이드 / 품질 리포트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120F58-8315-85C3-52C9-14AFDA96469F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MVP </a:t>
            </a:r>
            <a:r>
              <a:rPr lang="ko-KR" altLang="en-US" dirty="0">
                <a:latin typeface="+mj-ea"/>
                <a:ea typeface="+mj-ea"/>
              </a:rPr>
              <a:t>구현 범위</a:t>
            </a:r>
            <a:r>
              <a:rPr lang="en-US" altLang="ko-KR" dirty="0">
                <a:latin typeface="+mj-ea"/>
                <a:ea typeface="+mj-ea"/>
              </a:rPr>
              <a:t>(MVP Scope)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1E17689-E744-2C0D-412D-DE9C1722A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926036DA-B835-FA25-3FC1-05D1768A092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4895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9DE8-42A8-681C-5E1B-73196E0C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662CCC3A-67D3-9E2D-ED85-F4ACDA9881F3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648C386E-E25E-A7E0-794C-23D5AC7A557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DEF02F1E-697C-7F56-95DC-71E50216EDF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 txBox="1"/>
          <p:nvPr/>
        </p:nvSpPr>
        <p:spPr>
          <a:xfrm>
            <a:off x="939333" y="1189703"/>
            <a:ext cx="4308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F9243552-6E4F-42E8-93DC-3EB0B30CBB0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BA99FA-B21D-F75D-948E-7068D40928E0}"/>
              </a:ext>
            </a:extLst>
          </p:cNvPr>
          <p:cNvSpPr txBox="1"/>
          <p:nvPr/>
        </p:nvSpPr>
        <p:spPr>
          <a:xfrm>
            <a:off x="914400" y="1691640"/>
            <a:ext cx="9875520" cy="4023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[1. 인력난 해결 (제조업 AI 도입 기대효과 1위, 40%)]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육안 검사 --&gt; AI 자동 검사 (탐지율 70% --&gt; 95%)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숙련자 은퇴해도 품질 유지, 3교대 검사 --&gt; 1인 모니터링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[2. 데이터가 알아서 쌓인다]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수기 --&gt; 카메라 자동 기록 (수집률 0% --&gt; 100%)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정확한 타임스탬프로 시계열 분석 가능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감사/인증 시 품질 이력 즉시 제출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[3. 불량 원인을 알 수 있다]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불량 시점 + 공정 조건 자동 매칭으로 인과 분석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반복 불량 50% 감소 목표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[4. 이빨이 없어도 잇몸으로 시작할 수 있다]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웹캠(3만원) + 일반 PC면 도입 가능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양품 이미지 100장이면 학습 시작 (제품 도면 불필요)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폐쇄망 Docker 설치, 보안 걱정 없음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55555"/>
                </a:solidFill>
              </a:rPr>
              <a:t>  AI 비전 77%가 파일럿에서 멈추는 이유(비용)를 제거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4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[정책 연계]  2026 스마트 제조혁신 AI트랙 (154.5억, 150개사)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D47A1"/>
                </a:solidFill>
              </a:rPr>
              <a:t>[확장 방향]  치수 검사 --&gt; MES 연동 --&gt; 다공장 관제 --&gt; 디지털 트윈</a:t>
            </a:r>
          </a:p>
        </p:txBody>
      </p:sp>
      <p:pic>
        <p:nvPicPr>
          <p:cNvPr id="13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749BE17-5128-AC43-85F8-6B9739503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FD31846E-1545-CCE0-0B44-9A65BC1534A7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446</Words>
  <Application>Microsoft Macintosh PowerPoint</Application>
  <PresentationFormat>와이드스크린</PresentationFormat>
  <Paragraphs>66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Malgun Gothic</vt:lpstr>
      <vt:lpstr>Malgun Gothic</vt:lpstr>
      <vt:lpstr>Pretendard_KR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83</cp:revision>
  <dcterms:created xsi:type="dcterms:W3CDTF">2024-05-21T00:00:56Z</dcterms:created>
  <dcterms:modified xsi:type="dcterms:W3CDTF">2026-04-22T06:04:35Z</dcterms:modified>
</cp:coreProperties>
</file>