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FactoryMind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비전 검사 및 불량 원인 추적 플랫폼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핵심 문제: 사람 눈에 의존하는 품질 검사, 그리고 반복되는 불량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국내 중소 제조업체의 품질 검사는 대부분 작업자의 육안에 의존합니다.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사람은 피로해지고, 기준이 흔들리고, 원인까지 추적할 여력이 없습니다.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1: 육안 검사의 불량 탐지율은 평균 70~80%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제품 100개 중 20~30개의 불량이 고객에게 유출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클레임 비용 + 신뢰도 하락 = 연간 수천만원 손실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2: 불량이 발견되어도 '왜 발생했는지' 모른다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같은 불량이 반복 발생 (크랙, 기포, 스크래치)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공정 조건(온도, 압력, 속도)과의 연결 분석이 수작업 또는 미실시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3: 숙련 검사원 은퇴 시 품질 노하우가 사라진다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신입 검사원의 숙련까지 6개월~1년 소요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검사 기준의 암묵지화 → 일관성 없는 판정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핵심 KPI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불량 탐지율: 70~80% → 95% 이상 (AI 자동 검사)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불량 원인 추적: 수작업 분석(수일) → 실시간 자동 추적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반복 불량률: 동일 유형 재발 50% 감소 (원인 기반 조치)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FactoryMind — 불량을 잡고, 원인까지 알려주는 AI 품질 플랫폼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라인 카메라로 제품 외관을 자동 검사하고,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불량이 발생하면 그 시점의 공정 조건을 분석하여 원인을 추적하고,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조치 가이드까지 제공하는 통합 품질 관리 플랫폼입니다.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핵심 아이디어: 3단계 품질 지능화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① DETECT — 불량을 잡는다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YOLO + Anomaly Detection으로 외관 결함 자동 탐지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양품 이미지를 학습하여, 제품 도면(CAD) 없이도 동작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② TRACE — 원인을 추적한다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불량 발생 시점의 공정 파라미터(온도/압력/속도)를 자동 조회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상관 분석 + 설명 가능 AI(SHAP)로 핵심 원인 변수 특정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③ GUIDE — 조치를 안내한다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불량 유형별 조치 가이드를 RAG로 검색하여 제공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"금형 온도 87°C → 80°C 이하로 조정 권장 (유사 사례 3건)"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차별점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기존 비전 검사는 '불량인가 아닌가'만 판정합니다.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FactoryMind는 '왜 불량인가, 어떻게 고치는가'까지 답합니다.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검사 시스템이 아니라, 품질 개선 시스템입니다.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핵심 기능 5가지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1. AI 외관 검사 (Vision AI)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YOLO v11 기반 결함 위치 탐지 (바운딩 박스 + 히트맵)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PatchCore 기반 Anomaly Detection (양품 학습 → 이상 탐지)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유형 자동 분류: 스크래치, 크랙, 기포, 이물, 변형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2. 실시간 검사 대시보드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라인별 실시간 검사 결과 스트림 (양품/불량/보류)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시간대별·유형별·라인별 불량률 추이 그래프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이미지 갤러리 + 결함 위치 시각화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3. 불량 원인 자동 추적 (Root Cause Analysis)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발생 시점의 공정 파라미터 자동 조회 (온도, 압력, 속도, 습도)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상관 분석 + SHAP 기반 핵심 원인 변수 특정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"크랙 발생과 금형 온도의 상관계수 0.73" 형태로 근거 제시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4. 조치 가이드 (RAG 기반)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유형별 표준 조치 방법 자동 검색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과거 유사 사례 및 해결 이력 제공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공정 파라미터 조정 권장값 제시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5. 품질 리포트 자동 생성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일일/주간/월간 품질 통계 리포트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반복 불량 Top 5 + 원인 + 개선 현황 추적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활용 데이터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[비전 검사용]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MVTec AD — 15종 산업 제품 외관 결함 (5,354장, 이상 탐지 벤치마크)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Kaggle Casting Defect — 주조 제품 불량 이미지 (7,348장)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NEU Surface Defect — 열연 강판 표면 결함 6종 (1,800장)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[원인 추적용]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SECOM — 반도체 공정 센서 590개 + 불량 라벨 (공정-불량 연결 데이터)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시뮬레이션 데이터 — 온도/압력/속도와 불량 발생의 합성 데이터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제품 도면(CAD) 없이 동작하는 이유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외관 불량 탐지 = 양품 이미지만 학습하면 됨 (Anomaly Detection)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치수 검사(CAD 필요)는 Phase 2로 분리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AI/분석 기술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결함 탐지: YOLO v11 (위치), PatchCore/STFPM (이상 탐지)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원인 분석: Feature Importance, SHAP (설명 가능 AI)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조치 가이드: LangChain + Qdrant (RAG 기반)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기술 스택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AI: Python, PyTorch, Ultralytics(YOLO), anomalib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Backend: FastAPI, PostgreSQL, Qdrant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Frontend: Streamlit, Plotly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Infra: Docker Compose (FE + BE + Qdrant 일체화)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주요 사용자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① 품질 관리자 — 불량률 모니터링, 원인 분석, 개선 지시 (주 사용자)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② 라인 작업자 — 실시간 검사 결과 확인, 불량 발생 시 즉시 대응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③ 공장장 — 품질 KPI 대시보드, 주간/월간 품질 리포트 확인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대표 시나리오: "품질 관리자 이 대리의 오전"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09:00  사출 라인 가동 → FactoryMind 자동 검사 시작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라인 카메라가 제품을 촬영, AI가 실시간 검사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대시보드에 양품/불량 카운트 실시간 표시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09:15  크랙 불량 3건 연속 감지 → 알림 발생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"A라인 크랙 불량 3건/15분 — 정상 대비 5배 (비정상)"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불량 이미지 + 결함 위치 히트맵 표시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09:16  원인 추적 결과 자동 표시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"금형 온도 87°C — 정상 범위(70~80°C) 초과"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"최근 30분 온도 추이: 09:05부터 급상승"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SHAP 분석: "금형 온도가 크랙 발생의 73% 기여"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09:17  조치 가이드 확인 → 현장 조치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"권장: 금형 온도 80°C 이하로 조정"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"유사 사례: 2024.03 동일 패턴 — 냉각수 밸브 점검으로 해결"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작업자에게 조치 지시 → 10분 후 불량률 정상 복귀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핵심: 불량 감지 → 원인 특정 → 조치까지 2분 이내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■ 본선 MVP 구현 범위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Must-have (사전 준비 + 당일 통합)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[사전] YOLO 결함 탐지 모델 학습 완료 (Casting/Steel 데이터)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[사전] PatchCore 이상 탐지 모델 학습 (MVTec AD)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[사전] SECOM 기반 공정-불량 상관 분석 파이프라인 구축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[사전] 조치 가이드 RAG 지식 베이스 구축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[당일] 실시간 검사 시뮬레이션 시연 (이미지 스트림 재생)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[당일] 불량 탐지 → 원인 추적 → 조치 가이드 E2E 시연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[당일] 품질 대시보드 통합 시연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Should-have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불량 통계 리포트 자동 생성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반복 불량 패턴 알림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불량 이미지 갤러리 + 필터링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Phase 2+ (향후)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치수 검사 (CAD 연동)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실시간 CCTV/라인 카메라 직결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MES 연동 (Lot 추적)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모바일 알림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 b="1">
                <a:solidFill>
                  <a:srgbClr val="333333"/>
                </a:solidFill>
              </a:defRPr>
            </a:pPr>
            <a:r>
              <a:t>■ 역할 분담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원정환 (Vision &amp; Detection Engine)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YOLO 결함 탐지 모델 학습 + 추론 파이프라인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PatchCore 이상 탐지 모델 구현 (anomalib)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검사 시뮬레이션 (이미지 스트림 재생)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Streamlit 대시보드 + Docker 시연 환경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소지민 (Root Cause &amp; Intelligence)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공정 파라미터 ↔ 불량 상관 분석 (SECOM + SHAP)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조치 가이드 RAG 구축 (지식 베이스 + 검색)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품질 통계 파이프라인 + 리포트 생성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데이터 통합 (비전 결과 + 공정 데이터 조인)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정량적 기대 효과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불량 탐지율: 70~80% → 95% 이상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고객 유출 불량 75% 감소 → 클레임 비용 연 수천만원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불량 원인 추적 시간: 수일(수작업) → 2분(자동)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품질 관리자의 분석 업무 시간 80%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반복 불량률 50% 감소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원인 기반 조치로 동일 유형 재발 방지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검사 인건비 60%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3교대 육안 검사원 → AI 자동 검사 + 1인 모니터링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정성적 기대 효과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검사 기준 일관성 확보: AI는 피로하지 않고 기준이 흔들리지 않음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품질 노하우 디지털화: 숙련 검사원 은퇴 시에도 품질 유지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데이터 기반 품질 문화: 감이 아닌 데이터로 의사결정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거래처 신뢰도 향상: 불량률 데이터 + AI 검사 이력 제출 가능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현장 적용 가능성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산업용 카메라(또는 스마트폰) + PC만 있으면 즉시 도입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양품 이미지 100장이면 학습 시작 가능 (제품 도면 불필요)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Docker 기반 온프레미스 배포 — 공장 보안 정책 충족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향후 확장성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2: 치수 검사 (CAD 연동 + 비전 측정)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3: MES/ERP 연동 → Lot 단위 품질 추적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4: 멀티 라인/멀티 공장 통합 품질 관제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5: SaaS화 → 중소 제조업 구독형 품질 AI 서비스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